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Symptom → Drug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DEEEC"/>
                </a:solidFill>
              </a:rPr>
              <a:t>Building it step by step — a plain, understand-every-line guide</a:t>
            </a:r>
          </a:p>
          <a:p>
            <a:pPr algn="ctr"/>
            <a:r>
              <a:rPr sz="1500" i="1">
                <a:solidFill>
                  <a:srgbClr val="BFDDDA"/>
                </a:solidFill>
              </a:rPr>
              <a:t>Educational tool — NOT medical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0 — 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One question, answered in a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Goal: for a symptom, show associated drugs + names + label info.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Chain: symptom → condition → drugs → brand names + label text → ranked result.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Three free US government APIs do the heavy lifting: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    • RxClass — which drugs may treat a condition?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    • RxNorm — what are a drug's brand names?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    • openFDA — what's on the drug's FDA label?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We never store drug data — we ask these APIs each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1 — Folder &amp;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A private Python just for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mkdir symptom-drug-ref &amp;&amp; cd symptom-drug-ref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python3 -m venv .venv   (a 'virtual environment')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source .venv/bin/activate   (Windows: .venv\Scripts\activate)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mkdir -p app/clients app/services tests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Why a venv? It keeps this project's packages separate from system Python.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2 — Install the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requirements.txt lists them; pip installs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fastapi — the web framework (defines the URLs)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uvicorn — the server that runs FastAPI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httpx — makes the HTTP calls to the drug APIs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pydantic — defines + validates the data shapes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pytest / respx — run tests with fake HTTP (no internet)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Install all at once:  pip install -r requirements.txt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Pin versions with ==  so it behaves the same next month.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3 — Try the APIs by Hand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See the real JSON before writing any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Open each URL in a browser and read the response: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RxClass: .../rxclass/class/byName.json?className=Headache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RxNorm:  .../rxcui/142442/related.json?tty=BN   (BN = brand name)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openFDA: api.fda.gov/drug/label.json?search=openfda.generic_name:...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The JSON is deeply nested — that's why client code mostly 'digs' into dicts.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RXCUI = a stable ID number for a drug concept (like a barcode).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4 — Settings (config.py)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All configurable values in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API base URLs, timeouts, retry count, and the legal disclaimer.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Read from environment variables with sensible defaults.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@dataclass(frozen=True) — a small, read-only value holder.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os.getenv('NAME', 'default') — overridable without editing code.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The disclaimer ('NOT medical advice') is attached to every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5 — Data Shapes (models.py)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Decide what the answer looks like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pydantic models describe a shape AND validate it automatically.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Nesting mirrors the chain: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    SymptomResponse → Conditions → Drugs → BrandNames + LabelSnippet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Return a model from an endpoint → FastAPI makes the JSON + docs for free.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6 — Shared HTTP Helper (clients/base.py)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Write the GET-and-parse logic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All three APIs are 'send a GET, get JSON back' — don't repeat it 3×.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Adds a timeout and a retry loop (public APIs occasionally hiccup).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raise_for_status() turns an HTTP error into a Python exception.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async/await: if a function talks to the network, it's async.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The three clients inherit from this and add only their own bit.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7 — The Three API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Each is small: build URL, call, dig out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rxclass.py — condition → list of drugs (the 'may_treat' relation).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rxnorm.py — drug RXCUI → brand names (filter to tty = BN).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openfda.py — drug name → label (indications, warnings, product_type).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.get('key', {}) everywhere = 'this key, or empty if missing' (no crashes).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openFDA returns None on a miss — not every drug has a label (degrade gracefully).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8 — Symptom → Condition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A symptom isn't drug data; bridge it to a condition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Start with a hand-written dictionary — honest and easy to read.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'headache' → 'Headache';  'heartburn' → 'Heartburn' + 'GERD'.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normalize() makes 'Headache', 'HEADACHE', ' headache ' all match.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Later you can replace it with a medical vocabulary (MeSH/SNOMED).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9 — Tie It Together (lookup.py)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The conductor — the only file using all 3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Reads as the Step-0 chain, in code.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One shared httpx client is passed to all three (one connection pool).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asyncio.gather() fetches brands + label at the same time (≈ half the wait).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Enrich a WIDE pool (15), THEN rank, THEN cut to 5 —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    so a good drug at position 8 isn't thrown away before scoring.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10 — The Web Endpoints (main.py)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FastAPI turns plain functions into URLs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GET /            → service info + disclaimer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GET /symptoms    → the list of known symptoms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GET /symptom/{name} → ranked drugs + brands + labels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{name} in the path becomes the function's argument.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response_model=... powers validation + the auto docs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11 —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Start the server and try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uvicorn app.main:app --reload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('in app/main.py, use the variable app'; --reload restarts on save)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Open http://127.0.0.1:8000/docs → a clickable page for every endpoint.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Or: curl http://127.0.0.1:8000/symptom/headache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12 — Ranking: Drop the Supplements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RxClass can't tell medicine from supplements — so we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Problem seen live: octopamine (a supplement) outranked naproxen (Aleve).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Don't hardcode a blocklist — score on data we already fetched: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    +100  openFDA says HUMAN OTC / PRESCRIPTION DRUG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    +30   has real brand names in RxNorm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7"/>
                </a:solidFill>
              </a:rPr>
              <a:t>    −80   label/name says 'supplement' or 'homeopathic'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score_drug() is a PURE function → trivial to test, one place to tune.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13 —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Fast, offline, no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Tests feed FAKE API responses and check the assembled answer.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Pure functions (symptom_map, ranking) need no faking at all.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The full pipeline test replaces httpx's GET with a canned response.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Run everything:  pytest -q   → green = all pieces connect correctly.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14 — Where to Go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5B6670"/>
                </a:solidFill>
              </a:rPr>
              <a:t>Small, understood steps — the opposite of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1. Add more symptoms (just extend the dictionary).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2. Cache responses so repeated lookups are instant.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3. Add a tiny HTML page so a non-programmer can use it.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4. Match label indications to the condition (cut false positives).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5. Move the map into a database (SQLite) once it grows.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7"/>
                </a:solidFill>
              </a:rPr>
              <a:t>• Pick ONE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B6670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